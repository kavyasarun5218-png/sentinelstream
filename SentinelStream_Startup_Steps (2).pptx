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SentinelStream Startup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operations after system restart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Open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VS Code</a:t>
            </a:r>
          </a:p>
          <a:p>
            <a:r>
              <a:t>Open Command Prompt / PowerShell</a:t>
            </a:r>
          </a:p>
          <a:p>
            <a:r>
              <a:t>Open pgAdmin</a:t>
            </a:r>
          </a:p>
          <a:p>
            <a:r>
              <a:t>Ensure Redis &amp; PostgreSQL installed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Open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sentinelstream folder in VS Code</a:t>
            </a:r>
          </a:p>
          <a:p>
            <a:r>
              <a:t>Do not open parent or subfolder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Activate Virtual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Run: .\venv\Scripts\activate</a:t>
            </a:r>
          </a:p>
          <a:p>
            <a:r>
              <a:t>Confirm (venv) appears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Install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Run: pip install -r requirements.txt</a:t>
            </a:r>
          </a:p>
          <a:p>
            <a:r>
              <a:t>Verify using pip 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Start Redis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cd C:\Program Files\Redis</a:t>
            </a:r>
          </a:p>
          <a:p>
            <a:r>
              <a:t>redis-server.exe redis.windows.conf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Verify Redis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new CMD</a:t>
            </a:r>
          </a:p>
          <a:p>
            <a:r>
              <a:t>redis-cli ping</a:t>
            </a:r>
          </a:p>
          <a:p>
            <a:r>
              <a:t>Expected output: PONG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Start PostgreSQL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PostgreSQL service</a:t>
            </a:r>
          </a:p>
          <a:p>
            <a:r>
              <a:t>Or open pgAdmin and connect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8: Verify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 sentinelstream_db exists</a:t>
            </a:r>
          </a:p>
          <a:p>
            <a:r>
              <a:t>Create if missing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9: Check DB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Verify DB name, port, password in db/session.py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10: Start FastAPI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Run: uvicorn main:app --reload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11: Verify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Page: /</a:t>
            </a:r>
          </a:p>
          <a:p>
            <a:r>
              <a:t>Dashboard: /dashboard</a:t>
            </a:r>
          </a:p>
          <a:p>
            <a:r>
              <a:t>Docs: /docs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404 errors</a:t>
            </a:r>
          </a:p>
          <a:p>
            <a:r>
              <a:t>Redis not running</a:t>
            </a:r>
          </a:p>
          <a:p>
            <a:r>
              <a:t>DB connection failed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 start Redis &amp; DB before FastAPI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SentinelStream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